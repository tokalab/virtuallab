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BCE0F-8541-4450-B4CE-2435831894A3}" v="3" dt="2026-03-11T09:50:54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18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Rossi" userId="cfd7839ca6e772a1" providerId="LiveId" clId="{0E3C05C9-8BC9-4930-92EB-EEBFDADE429C}"/>
    <pc:docChg chg="custSel addSld modSld">
      <pc:chgData name="Riccardo Rossi" userId="cfd7839ca6e772a1" providerId="LiveId" clId="{0E3C05C9-8BC9-4930-92EB-EEBFDADE429C}" dt="2026-03-11T09:50:54.349" v="27" actId="165"/>
      <pc:docMkLst>
        <pc:docMk/>
      </pc:docMkLst>
      <pc:sldChg chg="addSp delSp modSp new mod">
        <pc:chgData name="Riccardo Rossi" userId="cfd7839ca6e772a1" providerId="LiveId" clId="{0E3C05C9-8BC9-4930-92EB-EEBFDADE429C}" dt="2026-03-11T09:50:54.349" v="27" actId="165"/>
        <pc:sldMkLst>
          <pc:docMk/>
          <pc:sldMk cId="3010427344" sldId="257"/>
        </pc:sldMkLst>
        <pc:spChg chg="del">
          <ac:chgData name="Riccardo Rossi" userId="cfd7839ca6e772a1" providerId="LiveId" clId="{0E3C05C9-8BC9-4930-92EB-EEBFDADE429C}" dt="2026-03-11T09:45:44.917" v="8" actId="478"/>
          <ac:spMkLst>
            <pc:docMk/>
            <pc:sldMk cId="3010427344" sldId="257"/>
            <ac:spMk id="2" creationId="{50D8F504-F554-0BA7-23A3-1EADBB8E4A00}"/>
          </ac:spMkLst>
        </pc:spChg>
        <pc:spChg chg="del">
          <ac:chgData name="Riccardo Rossi" userId="cfd7839ca6e772a1" providerId="LiveId" clId="{0E3C05C9-8BC9-4930-92EB-EEBFDADE429C}" dt="2026-03-11T09:45:44.917" v="8" actId="478"/>
          <ac:spMkLst>
            <pc:docMk/>
            <pc:sldMk cId="3010427344" sldId="257"/>
            <ac:spMk id="3" creationId="{AB28A57D-A320-69EF-3B0B-0741EDC511E2}"/>
          </ac:spMkLst>
        </pc:spChg>
        <pc:spChg chg="add del mod">
          <ac:chgData name="Riccardo Rossi" userId="cfd7839ca6e772a1" providerId="LiveId" clId="{0E3C05C9-8BC9-4930-92EB-EEBFDADE429C}" dt="2026-03-11T09:45:49.996" v="11"/>
          <ac:spMkLst>
            <pc:docMk/>
            <pc:sldMk cId="3010427344" sldId="257"/>
            <ac:spMk id="4" creationId="{580F4279-77BE-70CD-6F7A-A0D1E17BD0A9}"/>
          </ac:spMkLst>
        </pc:spChg>
        <pc:spChg chg="add mod topLvl">
          <ac:chgData name="Riccardo Rossi" userId="cfd7839ca6e772a1" providerId="LiveId" clId="{0E3C05C9-8BC9-4930-92EB-EEBFDADE429C}" dt="2026-03-11T09:50:54.349" v="27" actId="165"/>
          <ac:spMkLst>
            <pc:docMk/>
            <pc:sldMk cId="3010427344" sldId="257"/>
            <ac:spMk id="5" creationId="{DCC51DEA-F9EE-FE35-C59B-5F164BA123A3}"/>
          </ac:spMkLst>
        </pc:spChg>
        <pc:grpChg chg="add del mod">
          <ac:chgData name="Riccardo Rossi" userId="cfd7839ca6e772a1" providerId="LiveId" clId="{0E3C05C9-8BC9-4930-92EB-EEBFDADE429C}" dt="2026-03-11T09:50:54.349" v="27" actId="165"/>
          <ac:grpSpMkLst>
            <pc:docMk/>
            <pc:sldMk cId="3010427344" sldId="257"/>
            <ac:grpSpMk id="8" creationId="{A449EC3F-C6D5-E99B-7126-4A0726E3C20B}"/>
          </ac:grpSpMkLst>
        </pc:grpChg>
        <pc:picChg chg="add mod topLvl modCrop">
          <ac:chgData name="Riccardo Rossi" userId="cfd7839ca6e772a1" providerId="LiveId" clId="{0E3C05C9-8BC9-4930-92EB-EEBFDADE429C}" dt="2026-03-11T09:50:54.349" v="27" actId="165"/>
          <ac:picMkLst>
            <pc:docMk/>
            <pc:sldMk cId="3010427344" sldId="257"/>
            <ac:picMk id="7" creationId="{CAEC6B87-E173-5689-A772-5C9288EBDF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9242F9-5690-A5F1-5D1C-EE1BE4363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29365A-5AD7-316C-FA02-7FD05ED82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843E65-A794-3EB2-6824-77134628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5BCB4B-158B-4310-FC4F-21CDF06E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DA9C59-4373-B6CE-858B-5D2D664E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931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FD6CFC-6FF3-24BA-C92B-DA090803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A971A6-8BB6-4BBB-847A-9B8C240B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F1CA49-4290-82C1-C8A8-311863CA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1806E3-4F6C-BEC5-B99C-8D207FCB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911AC1-FB9A-9E67-D685-333305BE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55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DEBB71-FEB1-12D1-0F87-42A3E58C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F7B47F-763B-6107-236F-D07C83F5D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E95924-92FC-A3F9-CA51-5D005644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53F353-3878-0F32-D67A-77CABECC1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F5A42D-B469-DF3F-8192-C3FE4B24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513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D895A4-7DA5-BD14-6441-4BAE91C5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19F104-84ED-B741-ECCA-43395E4E1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EA7D94E-3F44-7EF1-CDD4-AD187BD06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85AA927-D994-CBF0-6C9C-43CD9365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EFD3C32-15C1-3857-ECDA-6EFD4874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298D9BF-CF80-2BAF-DE65-6DB1918F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43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EFD921-04E2-0F31-73CD-A61EBFE8A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B8CCAD0-3EC9-ACDC-D67C-AD3AFDF72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A47281A-298A-D909-DBC0-22671B616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B8466-FEC3-EE2B-82A1-A903583EC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68CFA92-C1CC-EE46-6831-7B61A1820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529539-F79A-D34C-DCAE-CF391351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B7A3C72-A2EE-0627-A764-BBE9A0CF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EA22C65-DF32-FBEE-BACB-84B99D0D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043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A6004C-28C7-83D8-63FD-6E9EC88B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746FC2D-D6C5-DAA4-9F76-1A614C11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6C232D-9D38-7500-4B85-AA1DD1EE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376170C-CCD5-98E6-3F8F-05F6B5AE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026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1659F5F-BFB6-CDA8-0556-DF0DBE28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FED537-4B52-28F1-CD88-714E5AFD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58DE2A-D41A-F742-9597-C16569B3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856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E64752-4411-6447-602A-35F4D56CA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750273-BC3C-80D0-EB60-8BC06AC24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F724CE6-AC00-FC7C-F808-C17097488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1834AF-3224-7250-2138-F1815B31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CEE9351-D075-E827-3E4B-3EF18C625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03ADCB-6927-ACDF-A51B-E99AE2A9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0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BEDCFA-68C6-A98A-3F62-F5594273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EE4BCA4-19B1-F99A-8B2A-CE6B20C93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92D7130-AB77-5D1E-53A7-662BD3CEA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A08AF4-4B98-EB9A-F278-1B720E0F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52293E5-BDCA-5C44-72D3-E5BF47EB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F8E3640-D67D-6A65-D2BA-D4017402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900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217277-7CB6-3289-3829-CC3972E5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84AEB7-5B59-BA51-F36A-545ED9D09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9E69C9-875C-8EEA-C536-6F89B6978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F8B884-9BEB-38F1-DC60-862BD07E3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77845B-D389-0471-8AD3-D75937DD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571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34D1493-8C22-F41E-E7DB-A54323DFA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E463C57-4604-5B9E-D82E-FC7C8C6DA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3A3A0B-7FA7-1D11-8F89-152D8987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572DBD-82D7-F6ED-4323-D046E524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BA4EFC-E62B-9149-0576-4F162B82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92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54DE3F0-FB8C-1762-9FDA-F8420C154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C10D9C-EAFF-C403-247A-448331AF6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E4629D-AE40-5B25-7E19-F0CA794C9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77E67-7B3D-4818-8C13-CD2889832A7C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23A153-9D07-62FB-C47A-632FE8C42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D10BDC-1582-8D8E-FE59-D630BD37D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D749-BB9D-44E1-BFB9-531BEBAD96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471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Carattere, Elementi grafici, schermata&#10;&#10;Il contenuto generato dall'IA potrebbe non essere corretto.">
            <a:extLst>
              <a:ext uri="{FF2B5EF4-FFF2-40B4-BE49-F238E27FC236}">
                <a16:creationId xmlns:a16="http://schemas.microsoft.com/office/drawing/2014/main" id="{38EC974B-7051-8EA6-55BB-8911E4840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0"/>
          <a:stretch>
            <a:fillRect/>
          </a:stretch>
        </p:blipFill>
        <p:spPr>
          <a:xfrm>
            <a:off x="205740" y="1526241"/>
            <a:ext cx="11308080" cy="394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9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CC51DEA-F9EE-FE35-C59B-5F164BA123A3}"/>
              </a:ext>
            </a:extLst>
          </p:cNvPr>
          <p:cNvSpPr/>
          <p:nvPr/>
        </p:nvSpPr>
        <p:spPr>
          <a:xfrm>
            <a:off x="2446020" y="2518410"/>
            <a:ext cx="5836920" cy="1821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AEC6B87-E173-5689-A772-5C9288EBD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8" b="26222"/>
          <a:stretch>
            <a:fillRect/>
          </a:stretch>
        </p:blipFill>
        <p:spPr>
          <a:xfrm>
            <a:off x="2560320" y="2655570"/>
            <a:ext cx="5556898" cy="153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27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rossi</dc:creator>
  <cp:lastModifiedBy>riccardo rossi</cp:lastModifiedBy>
  <cp:revision>1</cp:revision>
  <dcterms:created xsi:type="dcterms:W3CDTF">2025-11-04T10:50:39Z</dcterms:created>
  <dcterms:modified xsi:type="dcterms:W3CDTF">2026-03-11T09:51:01Z</dcterms:modified>
</cp:coreProperties>
</file>